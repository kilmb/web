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3" r:id="rId4"/>
    <p:sldId id="265" r:id="rId5"/>
    <p:sldId id="269" r:id="rId6"/>
    <p:sldId id="270" r:id="rId7"/>
    <p:sldId id="264" r:id="rId8"/>
    <p:sldId id="271" r:id="rId9"/>
    <p:sldId id="266" r:id="rId10"/>
    <p:sldId id="267" r:id="rId11"/>
    <p:sldId id="268" r:id="rId12"/>
    <p:sldId id="272" r:id="rId13"/>
    <p:sldId id="261" r:id="rId14"/>
    <p:sldId id="262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6283" autoAdjust="0"/>
  </p:normalViewPr>
  <p:slideViewPr>
    <p:cSldViewPr snapToGrid="0">
      <p:cViewPr>
        <p:scale>
          <a:sx n="100" d="100"/>
          <a:sy n="100" d="100"/>
        </p:scale>
        <p:origin x="85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8235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0782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346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29104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1622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5229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75545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55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1024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1993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6870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BD0344-24DE-4239-93C2-9711F58E309D}" type="datetimeFigureOut">
              <a:rPr lang="ru-RU" smtClean="0"/>
              <a:t>15.12.2025</a:t>
            </a:fld>
            <a:endParaRPr lang="ru-RU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8B66F-36BF-4916-BE29-352126E5F70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56633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12">
            <a:extLst>
              <a:ext uri="{FF2B5EF4-FFF2-40B4-BE49-F238E27FC236}">
                <a16:creationId xmlns:a16="http://schemas.microsoft.com/office/drawing/2014/main" id="{FA8847B2-98DB-4CDD-6467-ABD47F245679}"/>
              </a:ext>
            </a:extLst>
          </p:cNvPr>
          <p:cNvSpPr/>
          <p:nvPr/>
        </p:nvSpPr>
        <p:spPr>
          <a:xfrm>
            <a:off x="7386225" y="2577646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800000" y="394160"/>
            <a:ext cx="8683108" cy="480131"/>
          </a:xfrm>
          <a:noFill/>
          <a:ln>
            <a:noFill/>
          </a:ln>
          <a:effectLst/>
        </p:spPr>
        <p:txBody>
          <a:bodyPr vert="horz" anchor="ctr" anchorCtr="1">
            <a:spAutoFit/>
          </a:bodyPr>
          <a:lstStyle/>
          <a:p>
            <a:r>
              <a:rPr lang="ru-RU" sz="2800" dirty="0">
                <a:ln w="9525">
                  <a:solidFill>
                    <a:schemeClr val="tx1">
                      <a:alpha val="35000"/>
                    </a:schemeClr>
                  </a:solidFill>
                </a:ln>
                <a:solidFill>
                  <a:schemeClr val="tx1">
                    <a:lumMod val="6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Фан-сайт РПЛ</a:t>
            </a:r>
            <a:endParaRPr lang="ru-RU" sz="3200" dirty="0">
              <a:ln w="9525">
                <a:solidFill>
                  <a:schemeClr val="tx1">
                    <a:alpha val="35000"/>
                  </a:schemeClr>
                </a:solidFill>
              </a:ln>
              <a:solidFill>
                <a:schemeClr val="tx1">
                  <a:lumMod val="6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1800000" y="2577646"/>
            <a:ext cx="3096883" cy="1811547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tint val="66000"/>
                  <a:satMod val="160000"/>
                </a:schemeClr>
              </a:gs>
              <a:gs pos="50000">
                <a:schemeClr val="accent1">
                  <a:lumMod val="60000"/>
                  <a:lumOff val="40000"/>
                  <a:tint val="44500"/>
                  <a:satMod val="160000"/>
                </a:schemeClr>
              </a:gs>
              <a:gs pos="100000">
                <a:schemeClr val="accent1">
                  <a:lumMod val="60000"/>
                  <a:lumOff val="40000"/>
                  <a:tint val="23500"/>
                  <a:satMod val="16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2011346" y="2813447"/>
            <a:ext cx="2674189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Лукичев Евгений Сергеевич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571692" y="2560089"/>
            <a:ext cx="2725947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Налимова Светлана Алексеевна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Гиниатуллин Данияр Рамильевич</a:t>
            </a:r>
          </a:p>
          <a:p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9030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6351" y="790888"/>
            <a:ext cx="10748374" cy="500332"/>
          </a:xfrm>
        </p:spPr>
        <p:txBody>
          <a:bodyPr>
            <a:norm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258787" y="1632247"/>
            <a:ext cx="9714013" cy="4094607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интерактивного веб-портала, предназначенного для болельщиков РФПЛ, с целью предоставления актуальной статистической информации и реализации набора интерактивных сервисов.</a:t>
            </a:r>
          </a:p>
        </p:txBody>
      </p:sp>
    </p:spTree>
    <p:extLst>
      <p:ext uri="{BB962C8B-B14F-4D97-AF65-F5344CB8AC3E}">
        <p14:creationId xmlns:p14="http://schemas.microsoft.com/office/powerpoint/2010/main" val="2501321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78688-9962-C26C-A69B-FEBFA37EE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84B5FB-C1C7-B686-2893-50895CFEA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351" y="613723"/>
            <a:ext cx="10748374" cy="500332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297316C-BF71-34E2-E0F9-09196637A7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6351" y="1562884"/>
            <a:ext cx="9700725" cy="4094607"/>
          </a:xfrm>
        </p:spPr>
        <p:txBody>
          <a:bodyPr>
            <a:normAutofit fontScale="92500" lnSpcReduction="10000"/>
          </a:bodyPr>
          <a:lstStyle/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Flask</a:t>
            </a: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спроектировать базу данных для хранения всей системной информации.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систему безопасного входа и разделения прав пользователей.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Настроить автоматическое обновление спортивных данных через внешнее API.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персонализированный профиль пользователя с возможностями кастомизации.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Внедрить три ключевых интерактивных модуля: Тесты, Ставки и систему Виртуального баланса.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инструменты администратора для управления платформой.</a:t>
            </a:r>
          </a:p>
          <a:p>
            <a:pPr marL="355600" indent="-355600">
              <a:buFont typeface="+mj-lt"/>
              <a:buAutoNum type="arabicPeriod"/>
              <a:tabLst>
                <a:tab pos="541338" algn="l"/>
                <a:tab pos="630238" algn="l"/>
              </a:tabLst>
            </a:pPr>
            <a:r>
              <a:rPr lang="ru-RU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работоспособности и удобства использования системы.</a:t>
            </a:r>
          </a:p>
          <a:p>
            <a:br>
              <a:rPr lang="ru-RU" sz="2000" dirty="0"/>
            </a:b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1151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3A8C8B-99FD-62CE-5877-9B5075419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270" y="204388"/>
            <a:ext cx="11526677" cy="480131"/>
          </a:xfrm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Основной функционал: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2288662"/>
            <a:ext cx="3883673" cy="257239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и авторизация: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Регистрация с выбором любимого клуба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 для зарегистрированных пользователей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регистрации выдаётся 100 виртуальной валюты</a:t>
            </a:r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396E3625-7885-53F6-B32C-74476FF84DE1}"/>
              </a:ext>
            </a:extLst>
          </p:cNvPr>
          <p:cNvSpPr txBox="1">
            <a:spLocks/>
          </p:cNvSpPr>
          <p:nvPr/>
        </p:nvSpPr>
        <p:spPr>
          <a:xfrm>
            <a:off x="6715124" y="684519"/>
            <a:ext cx="5304222" cy="30864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31" y="1530299"/>
            <a:ext cx="7345616" cy="4089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056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270" y="127531"/>
            <a:ext cx="5410549" cy="23407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Главная страница: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 РПЛ с актуальными данными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Календарь матчей по турам с возможностью переключения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Информация о всех клубах РПЛ с картами стадионов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определение текущего тура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sp>
        <p:nvSpPr>
          <p:cNvPr id="10" name="Объект 2">
            <a:extLst>
              <a:ext uri="{FF2B5EF4-FFF2-40B4-BE49-F238E27FC236}">
                <a16:creationId xmlns:a16="http://schemas.microsoft.com/office/drawing/2014/main" id="{396E3625-7885-53F6-B32C-74476FF84DE1}"/>
              </a:ext>
            </a:extLst>
          </p:cNvPr>
          <p:cNvSpPr txBox="1">
            <a:spLocks/>
          </p:cNvSpPr>
          <p:nvPr/>
        </p:nvSpPr>
        <p:spPr>
          <a:xfrm>
            <a:off x="343270" y="3041351"/>
            <a:ext cx="5304222" cy="308649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ставок: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Ставки на предстоящие матчи с виртуальной валютой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варианта исхода: победа хозяев, ничья, победа гостей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Автоматический расчет результатов после матчей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Удвоение выигрыша при правильном прогнозе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456" y="1297904"/>
            <a:ext cx="6176478" cy="397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154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BDCFE-5F04-2367-50D7-ACBEF5B5E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0EDF6F45-4534-C7EA-7794-825E9B16EA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6108" y="2171991"/>
            <a:ext cx="4237356" cy="241726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из внешнего API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выделение клуба пользователя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статистика команд (игры, победы, голы, очки</a:t>
            </a: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58" y="812852"/>
            <a:ext cx="7026648" cy="513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3190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B407F7F1-A132-A65F-4072-BD6A420998FC}"/>
              </a:ext>
            </a:extLst>
          </p:cNvPr>
          <p:cNvSpPr txBox="1"/>
          <p:nvPr/>
        </p:nvSpPr>
        <p:spPr>
          <a:xfrm>
            <a:off x="6998999" y="2434700"/>
            <a:ext cx="5193001" cy="19885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Колесо удачи: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Ежедневная возможность вращения (раз в 24 часа)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10 секторов с разными призами/штрафами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Анимация вращения и визуальные эффекты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Система вероятностей для разных призов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 descr="Изображение выглядит как текст, компакт-диск, круг, снимок экран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8586745-9784-6BC0-FE6F-CCE65D0AE7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13" y="1482571"/>
            <a:ext cx="6701931" cy="3744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4919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76E47-14A3-C246-9CBC-23D95C99B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A50F0A54-7931-1EE2-49FC-67BBC508E1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526" y="1972090"/>
            <a:ext cx="5410549" cy="29138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Профиль пользователя: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имени и информации "о себе"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Загрузка и изменение аватара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текущего баланса монет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Статистика активности (ставки, тесты)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131B6-36B0-C0CC-2306-8D8CB88477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549" y="1392363"/>
            <a:ext cx="6620925" cy="407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48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08455-63B1-D0C1-CB07-B42BA52F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Объект 2">
            <a:extLst>
              <a:ext uri="{FF2B5EF4-FFF2-40B4-BE49-F238E27FC236}">
                <a16:creationId xmlns:a16="http://schemas.microsoft.com/office/drawing/2014/main" id="{35DCE67A-70B7-9698-8E7F-6AC1A2FF2CC2}"/>
              </a:ext>
            </a:extLst>
          </p:cNvPr>
          <p:cNvSpPr txBox="1">
            <a:spLocks/>
          </p:cNvSpPr>
          <p:nvPr/>
        </p:nvSpPr>
        <p:spPr>
          <a:xfrm>
            <a:off x="3125404" y="133104"/>
            <a:ext cx="5304222" cy="2852176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Магазин тем оформления:</a:t>
            </a:r>
          </a:p>
          <a:p>
            <a:pPr marL="180975" indent="-180975"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визуальных тем (синяя, темная, индиго, закат, лес, багровая, золотая, клубная)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Покупка тем за виртуальную валюту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Предпросмотр темы перед покупкой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Мгновенное применение выбранной темы</a:t>
            </a:r>
          </a:p>
          <a:p>
            <a:pPr marL="0" indent="0" algn="ctr">
              <a:buNone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 descr="Изображение выглядит как текст, снимок экран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8BF2CCDF-7AEC-16C8-D590-B196DA9081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895" y="3090055"/>
            <a:ext cx="9637240" cy="3634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14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023E7-7AED-07E7-340E-CB2EABBE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BBADCDA-181C-0A7C-208E-C65CD19C25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870" y="1803488"/>
            <a:ext cx="4447805" cy="325102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Детали матча: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информация о матче (составы, статистика)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Интерактивная статистика (владение мячом, удары, фолы)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формы команд (последние 5 матчей)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Чат для обсуждения матча с другими болельщиками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8" name="Рисунок 7" descr="Изображение выглядит как текст, снимок экрана, число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8100E9A-C330-070E-14E6-6F2F2365EB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547" y="1348747"/>
            <a:ext cx="7190307" cy="4293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87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5F576-7655-C5C5-B3F3-247F42A1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4A670AD-09BC-1A01-1292-39458EBC6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370" y="2206367"/>
            <a:ext cx="3971555" cy="24452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Турнирная таблица: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Автоматическое обновление из внешнего API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Визуальное выделение клуба пользователя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Полная статистика команд (игры, победы, голы, очки)</a:t>
            </a:r>
          </a:p>
          <a:p>
            <a:pPr marL="0" indent="0"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dirty="0"/>
          </a:p>
        </p:txBody>
      </p:sp>
      <p:pic>
        <p:nvPicPr>
          <p:cNvPr id="5" name="Рисунок 4" descr="Изображение выглядит как текст, снимок экрана, число, Параллельны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A57F0E-BFE5-F688-BFFB-B930800DB1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225" y="893824"/>
            <a:ext cx="6862613" cy="5070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0554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D99EF-B2E5-6D6F-229A-905DA4398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Объект 2">
            <a:extLst>
              <a:ext uri="{FF2B5EF4-FFF2-40B4-BE49-F238E27FC236}">
                <a16:creationId xmlns:a16="http://schemas.microsoft.com/office/drawing/2014/main" id="{F674DCD5-4AD2-14A6-A5BE-01D700B520FC}"/>
              </a:ext>
            </a:extLst>
          </p:cNvPr>
          <p:cNvSpPr txBox="1">
            <a:spLocks/>
          </p:cNvSpPr>
          <p:nvPr/>
        </p:nvSpPr>
        <p:spPr>
          <a:xfrm>
            <a:off x="416996" y="1943955"/>
            <a:ext cx="3876303" cy="27605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Тесты на знание РПЛ: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уровня сложности: легкий, средний, сложный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 вопросов в каждом тесте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Награда монетами за правильные ответы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Подробный разбор результатов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ru-RU" dirty="0"/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ru-RU" sz="24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3A1D9A-320D-A00E-1D00-A36BC06C1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846" y="909635"/>
            <a:ext cx="7188083" cy="482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0358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31914"/>
            <a:ext cx="10515600" cy="521681"/>
          </a:xfrm>
        </p:spPr>
        <p:txBody>
          <a:bodyPr>
            <a:spAutoFit/>
          </a:bodyPr>
          <a:lstStyle/>
          <a:p>
            <a:pPr algn="ctr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Уникальные отличия нашего фан-сайта от конкурентов</a:t>
            </a:r>
            <a:r>
              <a:rPr lang="ru-RU"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199" y="1164341"/>
            <a:ext cx="10515599" cy="4529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Игровой подход: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Полноценная экономика с виртуальной валютой, магазином и системой заработка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Три уровня тестов (легкий/средний/сложный) с разными наградами — аналог игровых "уровней сложности"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Колесо удачи с ежедневными наградами — механика из мобильных игр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Продвинутая система персонализации: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 кастомизируемых тем (индиго, закат, лес и т.д.)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Клубная тема оформления с автоматическим применением цветов команды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Интерактивный предпросмотр тем и рамок при наведении</a:t>
            </a:r>
          </a:p>
          <a:p>
            <a:pPr marL="0" indent="0">
              <a:buNone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43656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499883"/>
            <a:ext cx="9412857" cy="750497"/>
          </a:xfrm>
        </p:spPr>
        <p:txBody>
          <a:bodyPr>
            <a:norm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Выводы: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97204"/>
            <a:ext cx="10515600" cy="4351338"/>
          </a:xfrm>
        </p:spPr>
        <p:txBody>
          <a:bodyPr>
            <a:normAutofit/>
          </a:bodyPr>
          <a:lstStyle/>
          <a:p>
            <a:r>
              <a:rPr lang="ru-RU" sz="2200" dirty="0"/>
              <a:t>Была успешно развёрнута </a:t>
            </a:r>
            <a:r>
              <a:rPr lang="ru-RU" sz="2200" dirty="0" err="1"/>
              <a:t>backend</a:t>
            </a:r>
            <a:r>
              <a:rPr lang="ru-RU" sz="2200" dirty="0"/>
              <a:t>-архитектура на </a:t>
            </a:r>
            <a:r>
              <a:rPr lang="ru-RU" sz="2200" dirty="0" err="1"/>
              <a:t>Flask</a:t>
            </a:r>
            <a:r>
              <a:rPr lang="ru-RU" sz="2200" dirty="0"/>
              <a:t> </a:t>
            </a:r>
            <a:r>
              <a:rPr lang="ru-RU" sz="2200"/>
              <a:t>и спроектирована база </a:t>
            </a:r>
            <a:r>
              <a:rPr lang="ru-RU" sz="2200" dirty="0"/>
              <a:t>данных.</a:t>
            </a:r>
          </a:p>
          <a:p>
            <a:r>
              <a:rPr lang="ru-RU" sz="2200" dirty="0"/>
              <a:t>Реализован полный спектр запланированных функций: от системы аутентификации и интеграции с внешним API до модулей игровых механик и личного кабинета.</a:t>
            </a:r>
          </a:p>
          <a:p>
            <a:r>
              <a:rPr lang="ru-RU" sz="2200" dirty="0"/>
              <a:t>Подтверждена эффективность выбранного набора технологий для создания сложных веб-приложений с интерактивными элементами.</a:t>
            </a:r>
          </a:p>
          <a:p>
            <a:r>
              <a:rPr lang="ru-RU" sz="2200" dirty="0"/>
              <a:t>Разработанный продукт представляет собой законченное, работоспособное решение, готовое к следующему этапу — публичному бета-тестированию и дальнейшему развитию.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014160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481</TotalTime>
  <Words>555</Words>
  <Application>Microsoft Office PowerPoint</Application>
  <PresentationFormat>Широкоэкранный</PresentationFormat>
  <Paragraphs>88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Тема Office</vt:lpstr>
      <vt:lpstr>Фан-сайт РПЛ</vt:lpstr>
      <vt:lpstr>Цель:</vt:lpstr>
      <vt:lpstr>Задачи:</vt:lpstr>
      <vt:lpstr>Основной функционал: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Уникальные отличия нашего фан-сайта от конкурентов:</vt:lpstr>
      <vt:lpstr>Выводы: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Фан-сайт РПЛ</dc:title>
  <dc:creator>student</dc:creator>
  <cp:lastModifiedBy>Данияр Гиниатуллин</cp:lastModifiedBy>
  <cp:revision>31</cp:revision>
  <dcterms:created xsi:type="dcterms:W3CDTF">2025-11-27T11:16:13Z</dcterms:created>
  <dcterms:modified xsi:type="dcterms:W3CDTF">2025-12-15T19:14:50Z</dcterms:modified>
</cp:coreProperties>
</file>