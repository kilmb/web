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65" r:id="rId5"/>
    <p:sldId id="269" r:id="rId6"/>
    <p:sldId id="270" r:id="rId7"/>
    <p:sldId id="264" r:id="rId8"/>
    <p:sldId id="266" r:id="rId9"/>
    <p:sldId id="267" r:id="rId10"/>
    <p:sldId id="268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283" autoAdjust="0"/>
  </p:normalViewPr>
  <p:slideViewPr>
    <p:cSldViewPr snapToGrid="0">
      <p:cViewPr varScale="1">
        <p:scale>
          <a:sx n="99" d="100"/>
          <a:sy n="99" d="100"/>
        </p:scale>
        <p:origin x="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23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78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46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10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2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29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554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55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102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9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87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D0344-24DE-4239-93C2-9711F58E309D}" type="datetimeFigureOut">
              <a:rPr lang="ru-RU" smtClean="0"/>
              <a:t>15.12.2025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8B66F-36BF-4916-BE29-352126E5F7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663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12">
            <a:extLst>
              <a:ext uri="{FF2B5EF4-FFF2-40B4-BE49-F238E27FC236}">
                <a16:creationId xmlns:a16="http://schemas.microsoft.com/office/drawing/2014/main" id="{FA8847B2-98DB-4CDD-6467-ABD47F245679}"/>
              </a:ext>
            </a:extLst>
          </p:cNvPr>
          <p:cNvSpPr/>
          <p:nvPr/>
        </p:nvSpPr>
        <p:spPr>
          <a:xfrm>
            <a:off x="7386225" y="2577646"/>
            <a:ext cx="3096883" cy="18115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00000" y="394160"/>
            <a:ext cx="8683108" cy="480131"/>
          </a:xfrm>
          <a:noFill/>
          <a:ln>
            <a:noFill/>
          </a:ln>
          <a:effectLst/>
        </p:spPr>
        <p:txBody>
          <a:bodyPr vert="horz" anchor="ctr" anchorCtr="1">
            <a:spAutoFit/>
          </a:bodyPr>
          <a:lstStyle/>
          <a:p>
            <a:r>
              <a:rPr lang="ru-RU" sz="2800" dirty="0">
                <a:ln w="9525">
                  <a:solidFill>
                    <a:schemeClr val="tx1">
                      <a:alpha val="35000"/>
                    </a:schemeClr>
                  </a:solidFill>
                </a:ln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Фан-сайт РПЛ</a:t>
            </a:r>
            <a:endParaRPr lang="ru-RU" sz="3200" dirty="0">
              <a:ln w="9525">
                <a:solidFill>
                  <a:schemeClr val="tx1">
                    <a:alpha val="35000"/>
                  </a:schemeClr>
                </a:solidFill>
              </a:ln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800000" y="2577646"/>
            <a:ext cx="3096883" cy="18115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011346" y="2813447"/>
            <a:ext cx="267418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Лукичев Евгений Сергеевич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1692" y="2560089"/>
            <a:ext cx="27259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Налимова Светлана Алексеевна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Гиниатуллин Данияр Рамильевич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3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6351" y="790888"/>
            <a:ext cx="10748374" cy="500332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58787" y="1632247"/>
            <a:ext cx="9714013" cy="4094607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интерактивного веб-портала, предназначенного для болельщиков РФПЛ, с целью предоставления актуальной статистической информации и реализации набора интерактивных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250132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8688-9962-C26C-A69B-FEBFA37E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4B5FB-C1C7-B686-2893-50895CFE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51" y="613723"/>
            <a:ext cx="10748374" cy="500332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97316C-BF71-34E2-E0F9-09196637A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351" y="1562884"/>
            <a:ext cx="9700725" cy="4094607"/>
          </a:xfrm>
        </p:spPr>
        <p:txBody>
          <a:bodyPr>
            <a:normAutofit fontScale="92500" lnSpcReduction="10000"/>
          </a:bodyPr>
          <a:lstStyle/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спроектировать базу данных для хранения всей системной информации.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безопасного входа и разделения прав пользователей.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автоматическое обновление спортивных данных через внешнее API.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персонализированный профиль пользователя с возможностями кастомизации.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три ключевых интерактивных модуля: Тесты, Ставки и систему Виртуального баланса.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инструменты администратора для управления платформой.</a:t>
            </a:r>
          </a:p>
          <a:p>
            <a:pPr marL="355600" indent="-355600">
              <a:buFont typeface="+mj-lt"/>
              <a:buAutoNum type="arabicPeriod"/>
              <a:tabLst>
                <a:tab pos="541338" algn="l"/>
                <a:tab pos="630238" algn="l"/>
              </a:tabLst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работоспособности и удобства использования системы.</a:t>
            </a:r>
          </a:p>
          <a:p>
            <a:r>
              <a:rPr lang="ru-RU" sz="2000" dirty="0"/>
              <a:t/>
            </a:r>
            <a:br>
              <a:rPr lang="ru-RU" sz="2000" dirty="0"/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15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DCFE-5F04-2367-50D7-ACBEF5B5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A8C8B-99FD-62CE-5877-9B507541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70" y="204388"/>
            <a:ext cx="11526677" cy="480131"/>
          </a:xfr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функционал: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F6F45-4534-C7EA-7794-825E9B16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70" y="2288662"/>
            <a:ext cx="3883673" cy="2572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с выбором любимого клуба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для зарегистрированных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регистрации выдаётся 100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виртуальной валюты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96E3625-7885-53F6-B32C-74476FF84DE1}"/>
              </a:ext>
            </a:extLst>
          </p:cNvPr>
          <p:cNvSpPr txBox="1">
            <a:spLocks/>
          </p:cNvSpPr>
          <p:nvPr/>
        </p:nvSpPr>
        <p:spPr>
          <a:xfrm>
            <a:off x="6715124" y="684519"/>
            <a:ext cx="5304222" cy="308649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31" y="1530299"/>
            <a:ext cx="7345616" cy="4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5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DCFE-5F04-2367-50D7-ACBEF5B5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DF6F45-4534-C7EA-7794-825E9B16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70" y="127531"/>
            <a:ext cx="5410549" cy="23407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Турнирная таблица РПЛ с актуальными данными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Календарь матчей по турам с возможностью переключения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всех клубах РПЛ с картами стадионов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определение текущего тура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96E3625-7885-53F6-B32C-74476FF84DE1}"/>
              </a:ext>
            </a:extLst>
          </p:cNvPr>
          <p:cNvSpPr txBox="1">
            <a:spLocks/>
          </p:cNvSpPr>
          <p:nvPr/>
        </p:nvSpPr>
        <p:spPr>
          <a:xfrm>
            <a:off x="343270" y="3041351"/>
            <a:ext cx="5304222" cy="308649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ставок: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Ставки на предстоящие матчи с виртуальной валютой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варианта исхода: победа хозяев, ничья, победа гостей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расчет результатов после матчей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Удвоение выигрыша при правильном прогнозе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6" y="1297904"/>
            <a:ext cx="6176478" cy="397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5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DCFE-5F04-2367-50D7-ACBEF5B5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DF6F45-4534-C7EA-7794-825E9B16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6108" y="2171991"/>
            <a:ext cx="4237356" cy="2417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Турнирная таблица: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обновление из внешнего API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Визуальное выделение клуба пользователя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статистика команд (игры, победы, голы, очки</a:t>
            </a: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58" y="812852"/>
            <a:ext cx="7026648" cy="513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1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407F7F1-A132-A65F-4072-BD6A420998FC}"/>
              </a:ext>
            </a:extLst>
          </p:cNvPr>
          <p:cNvSpPr txBox="1"/>
          <p:nvPr/>
        </p:nvSpPr>
        <p:spPr>
          <a:xfrm>
            <a:off x="335367" y="310685"/>
            <a:ext cx="5193001" cy="19885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Колесо удачи: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Ежедневная возможность вращения (раз в 24 часа)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10 секторов с разными призами/штрафами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Анимация вращения и визуальные эффекты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Система вероятностей для разных призов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91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8455-63B1-D0C1-CB07-B42BA52F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ECC13BF-C63B-F00F-81F9-E2F28A0D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70" y="214874"/>
            <a:ext cx="6371854" cy="23407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имени и информации "о себе"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и изменение аватара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текущего баланса монет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активности (ставки, тесты)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5DCE67A-70B7-9698-8E7F-6AC1A2FF2CC2}"/>
              </a:ext>
            </a:extLst>
          </p:cNvPr>
          <p:cNvSpPr txBox="1">
            <a:spLocks/>
          </p:cNvSpPr>
          <p:nvPr/>
        </p:nvSpPr>
        <p:spPr>
          <a:xfrm>
            <a:off x="6715124" y="214875"/>
            <a:ext cx="5304222" cy="285217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 тем оформления: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визуальных тем (синяя, темная, индиго, закат, лес, багровая, золотая, клубная)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Покупка премиальных тем за виртуальную валюту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Предпросмотр темы перед покупкой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Мгновенное применение выбранной темы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E46ACF-DF72-06F0-86F9-E02EC046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70" y="3429000"/>
            <a:ext cx="5976262" cy="269646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182F5F-3A7E-2E88-8778-3AB60BB8A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4" y="3429000"/>
            <a:ext cx="4943476" cy="269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4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23E7-7AED-07E7-340E-CB2EABBE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BBADCDA-181C-0A7C-208E-C65CD19C2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70" y="214874"/>
            <a:ext cx="6371854" cy="23407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 матча: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информация о матче (составы, статистика)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Интерактивная статистика (владение мячом, удары, фолы)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формы команд (последние 5 матчей)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Чат для обсуждения матча с другими болельщиками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4" name="Рисунок 3" descr="Изображение выглядит как текс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FEDA92-DD36-59AA-4A22-8AA6A7CAF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49" y="214874"/>
            <a:ext cx="4609881" cy="641985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BF0325-E3DD-CA70-4BCF-49693F43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70" y="3305175"/>
            <a:ext cx="6432469" cy="332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7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F576-7655-C5C5-B3F3-247F42A1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A670AD-09BC-1A01-1292-39458EBC6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70" y="214874"/>
            <a:ext cx="6314705" cy="16710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Турнирная таблица: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обновление из внешнего API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Визуальное выделение клуба пользователя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статистика команд (игры, победы, голы, очки)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5" name="Рисунок 4" descr="Изображение выглядит как текст, снимок экрана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A57F0E-BFE5-F688-BFFB-B930800D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70" y="1977589"/>
            <a:ext cx="6314705" cy="466553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E7535B-E38A-7B81-C641-073D7C32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612" y="2971799"/>
            <a:ext cx="4982118" cy="3095625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11CB7C3D-A337-B45F-14D1-FBF61FE93CCB}"/>
              </a:ext>
            </a:extLst>
          </p:cNvPr>
          <p:cNvSpPr txBox="1">
            <a:spLocks/>
          </p:cNvSpPr>
          <p:nvPr/>
        </p:nvSpPr>
        <p:spPr>
          <a:xfrm>
            <a:off x="6866613" y="306513"/>
            <a:ext cx="4982117" cy="225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на знание РПЛ: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уровня сложности: легкий, средний, сложный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вопросов в каждом тесте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Награда монетами за правильные ответы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Подробный разбор результатов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/>
            </a:r>
            <a:br>
              <a:rPr lang="ru-RU" dirty="0"/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7205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1914"/>
            <a:ext cx="10515600" cy="521681"/>
          </a:xfrm>
        </p:spPr>
        <p:txBody>
          <a:bodyPr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Уникальные отличия нашего фан-сайта от конкурентов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164341"/>
            <a:ext cx="10515599" cy="4529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Игровой подход: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Полноценная экономика с виртуальной валютой, магазином и системой заработка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уровня тестов (легкий/средний/сложный) с разными наградами — аналог игровых "уровней сложности"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Колесо удачи с ежедневными наградами — механика из мобильных игр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Продвинутая система персонализации: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кастомизируемых тем (индиго, закат, лес и т.д.)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Клубная тема оформления с автоматическим применением цветов команды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Интерактивный предпросмотр тем и рамок при наведении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36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99883"/>
            <a:ext cx="9412857" cy="750497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97204"/>
            <a:ext cx="10515600" cy="4351338"/>
          </a:xfrm>
        </p:spPr>
        <p:txBody>
          <a:bodyPr>
            <a:normAutofit/>
          </a:bodyPr>
          <a:lstStyle/>
          <a:p>
            <a:r>
              <a:rPr lang="ru-RU" sz="2200" dirty="0"/>
              <a:t>Была успешно развёрнута </a:t>
            </a:r>
            <a:r>
              <a:rPr lang="ru-RU" sz="2200" dirty="0" err="1"/>
              <a:t>backend</a:t>
            </a:r>
            <a:r>
              <a:rPr lang="ru-RU" sz="2200" dirty="0"/>
              <a:t>-архитектура на </a:t>
            </a:r>
            <a:r>
              <a:rPr lang="ru-RU" sz="2200" dirty="0" err="1"/>
              <a:t>Flask</a:t>
            </a:r>
            <a:r>
              <a:rPr lang="ru-RU" sz="2200" dirty="0"/>
              <a:t> </a:t>
            </a:r>
            <a:r>
              <a:rPr lang="ru-RU" sz="2200"/>
              <a:t>и спроектирована база </a:t>
            </a:r>
            <a:r>
              <a:rPr lang="ru-RU" sz="2200" dirty="0"/>
              <a:t>данных.</a:t>
            </a:r>
          </a:p>
          <a:p>
            <a:r>
              <a:rPr lang="ru-RU" sz="2200" dirty="0"/>
              <a:t>Реализован полный спектр запланированных функций: от системы аутентификации и интеграции с внешним API до модулей игровых механик и личного кабинета.</a:t>
            </a:r>
          </a:p>
          <a:p>
            <a:r>
              <a:rPr lang="ru-RU" sz="2200" dirty="0"/>
              <a:t>Подтверждена эффективность выбранного набора технологий для создания сложных веб-приложений с интерактивными элементами.</a:t>
            </a:r>
          </a:p>
          <a:p>
            <a:r>
              <a:rPr lang="ru-RU" sz="2200" dirty="0"/>
              <a:t>Разработанный продукт представляет собой законченное, работоспособное решение, готовое к следующему этапу — публичному бета-тестированию и дальнейшему развитию.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01416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562</Words>
  <Application>Microsoft Office PowerPoint</Application>
  <PresentationFormat>Широкоэкранный</PresentationFormat>
  <Paragraphs>88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Фан-сайт РПЛ</vt:lpstr>
      <vt:lpstr>Цель:</vt:lpstr>
      <vt:lpstr>Задачи:</vt:lpstr>
      <vt:lpstr>Основной функционал: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Уникальные отличия нашего фан-сайта от конкурентов:</vt:lpstr>
      <vt:lpstr>Выводы: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Фан-сайт РПЛ</dc:title>
  <dc:creator>student</dc:creator>
  <cp:lastModifiedBy>student</cp:lastModifiedBy>
  <cp:revision>30</cp:revision>
  <dcterms:created xsi:type="dcterms:W3CDTF">2025-11-27T11:16:13Z</dcterms:created>
  <dcterms:modified xsi:type="dcterms:W3CDTF">2025-12-15T08:20:43Z</dcterms:modified>
</cp:coreProperties>
</file>