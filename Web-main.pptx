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88235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0782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465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9104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1622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229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75545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55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1024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1993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6870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Blur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BD0344-24DE-4239-93C2-9711F58E309D}" type="datetimeFigureOut">
              <a:rPr lang="ru-RU" smtClean="0"/>
              <a:t>28.11.2025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56633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297" y="124836"/>
            <a:ext cx="8791575" cy="772939"/>
          </a:xfrm>
        </p:spPr>
        <p:txBody>
          <a:bodyPr>
            <a:normAutofit/>
          </a:bodyPr>
          <a:lstStyle/>
          <a:p>
            <a:pPr algn="ctr"/>
            <a:r>
              <a:rPr lang="ru-RU" sz="2800" dirty="0" smtClean="0">
                <a:solidFill>
                  <a:schemeClr val="tx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Фан-сайт РПЛ</a:t>
            </a:r>
            <a:endParaRPr lang="ru-RU" sz="3200" dirty="0">
              <a:solidFill>
                <a:schemeClr val="tx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1793297" y="2501660"/>
            <a:ext cx="3096883" cy="181154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2857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7487989" y="2501659"/>
            <a:ext cx="3096883" cy="181154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2857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2177801" y="2791878"/>
            <a:ext cx="267418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Лукичев Евгений Сергеевич</a:t>
            </a: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750458" y="2501659"/>
            <a:ext cx="2725947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Участники:</a:t>
            </a:r>
          </a:p>
          <a:p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Налимова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Светлана Алексеевна</a:t>
            </a:r>
          </a:p>
          <a:p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Гиниатуллин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Данияр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Рамильевич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030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6351" y="790888"/>
            <a:ext cx="10748374" cy="500332"/>
          </a:xfrm>
        </p:spPr>
        <p:txBody>
          <a:bodyPr>
            <a:normAutofit/>
          </a:bodyPr>
          <a:lstStyle/>
          <a:p>
            <a:pPr algn="ctr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370121" y="2699285"/>
            <a:ext cx="9283501" cy="3976152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 реализация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интерактивного веб-портала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фан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-сайта) для болельщиков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Российской Премьер-Лиги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предоставляющего актуальную статистическую информацию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 обладающего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набором интерактивных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функций.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32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70181" y="149290"/>
            <a:ext cx="4902654" cy="832538"/>
          </a:xfrm>
        </p:spPr>
        <p:txBody>
          <a:bodyPr>
            <a:normAutofit fontScale="90000"/>
          </a:bodyPr>
          <a:lstStyle/>
          <a:p>
            <a:pPr algn="ctr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Какие технологии были использованы?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71837" y="2012948"/>
            <a:ext cx="3932237" cy="427342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Flask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главный компонент всего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сайта.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подключение к используемым базам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данных.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Flask_migrate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для передачи изменений базе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данных.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API –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чтобы брать информацию с других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сайтов.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Werkzueg.security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для хеширования паролей и безопасности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пользователей.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765" y="2012948"/>
            <a:ext cx="6000168" cy="265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244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143744"/>
            <a:ext cx="10515600" cy="712904"/>
          </a:xfrm>
        </p:spPr>
        <p:txBody>
          <a:bodyPr>
            <a:normAutofit/>
          </a:bodyPr>
          <a:lstStyle/>
          <a:p>
            <a:pPr algn="ctr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Некоторые моменты были реализованы в виде классов: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54188" y="1173193"/>
            <a:ext cx="4418012" cy="1268083"/>
          </a:xfrm>
        </p:spPr>
        <p:txBody>
          <a:bodyPr>
            <a:normAutofit/>
          </a:bodyPr>
          <a:lstStyle/>
          <a:p>
            <a:r>
              <a:rPr lang="ru-RU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Например для записи пользователей в базу данных, чтобы не было лишних функций и повторений </a:t>
            </a:r>
            <a:r>
              <a:rPr lang="en-US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(copy/past</a:t>
            </a:r>
            <a:r>
              <a:rPr lang="en-US" sz="1800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1800" b="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8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8" name="Текст 2"/>
          <p:cNvSpPr>
            <a:spLocks noGrp="1"/>
          </p:cNvSpPr>
          <p:nvPr>
            <p:ph type="body" idx="1"/>
          </p:nvPr>
        </p:nvSpPr>
        <p:spPr>
          <a:xfrm>
            <a:off x="1754188" y="3787495"/>
            <a:ext cx="4418012" cy="1622265"/>
          </a:xfrm>
        </p:spPr>
        <p:txBody>
          <a:bodyPr>
            <a:normAutofit/>
          </a:bodyPr>
          <a:lstStyle/>
          <a:p>
            <a:r>
              <a:rPr lang="ru-RU" sz="2000" b="0" dirty="0"/>
              <a:t>Аналогично, как с пользователями, сделан класс для таблицы, чтобы сохранять все данные в </a:t>
            </a:r>
            <a:r>
              <a:rPr lang="ru-RU" sz="2000" b="0" dirty="0" smtClean="0"/>
              <a:t>базу данных </a:t>
            </a:r>
            <a:r>
              <a:rPr lang="ru-RU" sz="2000" b="0" dirty="0"/>
              <a:t>и соответственно оттуда </a:t>
            </a:r>
            <a:r>
              <a:rPr lang="ru-RU" sz="2000" b="0" dirty="0" smtClean="0"/>
              <a:t>выгружать. </a:t>
            </a:r>
            <a:endParaRPr lang="ru-RU" sz="2000" b="0" dirty="0"/>
          </a:p>
          <a:p>
            <a:endParaRPr lang="ru-RU" sz="20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Объект 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69320" y="1173193"/>
            <a:ext cx="3838459" cy="2266218"/>
          </a:xfrm>
          <a:prstGeom prst="rect">
            <a:avLst/>
          </a:prstGeom>
        </p:spPr>
      </p:pic>
      <p:pic>
        <p:nvPicPr>
          <p:cNvPr id="10" name="Объект 9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369321" y="3787495"/>
            <a:ext cx="3838458" cy="2371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473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38023"/>
            <a:ext cx="10515600" cy="879895"/>
          </a:xfrm>
        </p:spPr>
        <p:txBody>
          <a:bodyPr>
            <a:normAutofit/>
          </a:bodyPr>
          <a:lstStyle/>
          <a:p>
            <a:pPr algn="ctr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Дополнительные моменты реализации: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38864" y="1017918"/>
            <a:ext cx="7425906" cy="1846052"/>
          </a:xfrm>
        </p:spPr>
        <p:txBody>
          <a:bodyPr/>
          <a:lstStyle/>
          <a:p>
            <a:r>
              <a:rPr lang="ru-RU" sz="2000" dirty="0"/>
              <a:t>Реализация </a:t>
            </a:r>
            <a:r>
              <a:rPr lang="ru-RU" sz="2000" dirty="0" smtClean="0"/>
              <a:t>добавлений матчей через </a:t>
            </a:r>
            <a:r>
              <a:rPr lang="en-US" sz="2000" dirty="0" err="1" smtClean="0"/>
              <a:t>api</a:t>
            </a:r>
            <a:r>
              <a:rPr lang="en-US" sz="2000" dirty="0" smtClean="0"/>
              <a:t> (sstats.net)</a:t>
            </a:r>
            <a:endParaRPr lang="ru-RU" sz="2000" dirty="0"/>
          </a:p>
          <a:p>
            <a:r>
              <a:rPr lang="ru-RU" sz="2000" dirty="0" smtClean="0"/>
              <a:t>Реализация добавления статистики матчей через </a:t>
            </a:r>
            <a:r>
              <a:rPr lang="en-US" sz="2000" dirty="0" err="1" smtClean="0"/>
              <a:t>api</a:t>
            </a:r>
            <a:r>
              <a:rPr lang="ru-RU" sz="2000" dirty="0"/>
              <a:t> </a:t>
            </a:r>
            <a:r>
              <a:rPr lang="en-US" sz="2000" dirty="0" smtClean="0"/>
              <a:t>(sstats.net)</a:t>
            </a:r>
          </a:p>
          <a:p>
            <a:r>
              <a:rPr lang="ru-RU" sz="2000" dirty="0" smtClean="0"/>
              <a:t>Реализация прогнозов и баланса пользователя.</a:t>
            </a:r>
          </a:p>
          <a:p>
            <a:r>
              <a:rPr lang="ru-RU" sz="2000" dirty="0" smtClean="0"/>
              <a:t>Реализация покупок тем за виртуальные монеты, получаемые со ставок.</a:t>
            </a:r>
          </a:p>
          <a:p>
            <a:endParaRPr lang="ru-RU" sz="2000" dirty="0"/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40" y="3000491"/>
            <a:ext cx="3362794" cy="302937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984" y="3000490"/>
            <a:ext cx="5760406" cy="302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572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2958"/>
          </a:xfrm>
        </p:spPr>
        <p:txBody>
          <a:bodyPr>
            <a:normAutofit/>
          </a:bodyPr>
          <a:lstStyle/>
          <a:p>
            <a:pPr algn="ctr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Основной реализованный функционал сайта: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018581"/>
            <a:ext cx="9556630" cy="4529318"/>
          </a:xfrm>
        </p:spPr>
        <p:txBody>
          <a:bodyPr/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чата для обсуждений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матчей.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просмотреть информацию о клубе.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делать прогнозы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матчи.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персонализированных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тестов.</a:t>
            </a: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покупки тем для изменения дизайна сайта.</a:t>
            </a: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просмотреть историю своих последних прогнозов.</a:t>
            </a: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просмотреть статистику каждого матча.</a:t>
            </a: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пользователю настроить свой личный профиль.</a:t>
            </a: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раз в 24 часа крутить колесо удачи, откуда можно выиграть дополнительные призы.</a:t>
            </a:r>
          </a:p>
          <a:p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4365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40943" y="862642"/>
            <a:ext cx="9412857" cy="750497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006779"/>
            <a:ext cx="10515600" cy="4351338"/>
          </a:xfrm>
        </p:spPr>
        <p:txBody>
          <a:bodyPr/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Большинство запланированных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функций реализованы.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Оформление получилось достаточно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приятным.</a:t>
            </a: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цель была достигнута: разработан веб-портал для фанатов РПЛ.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Продолжаем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учиться работать в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команде.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0141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</TotalTime>
  <Words>273</Words>
  <Application>Microsoft Office PowerPoint</Application>
  <PresentationFormat>Широкоэкранный</PresentationFormat>
  <Paragraphs>40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Фан-сайт РПЛ</vt:lpstr>
      <vt:lpstr>Цель:</vt:lpstr>
      <vt:lpstr>Какие технологии были использованы?</vt:lpstr>
      <vt:lpstr>Некоторые моменты были реализованы в виде классов:</vt:lpstr>
      <vt:lpstr>Дополнительные моменты реализации:</vt:lpstr>
      <vt:lpstr>Основной реализованный функционал сайта:</vt:lpstr>
      <vt:lpstr>Выводы: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Фан-сайт РПЛ</dc:title>
  <dc:creator>student</dc:creator>
  <cp:lastModifiedBy>student</cp:lastModifiedBy>
  <cp:revision>21</cp:revision>
  <dcterms:created xsi:type="dcterms:W3CDTF">2025-11-27T11:16:13Z</dcterms:created>
  <dcterms:modified xsi:type="dcterms:W3CDTF">2025-11-28T09:19:13Z</dcterms:modified>
</cp:coreProperties>
</file>