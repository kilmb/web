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103" d="100"/>
          <a:sy n="103" d="100"/>
        </p:scale>
        <p:origin x="-30" y="2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27.11.2025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882355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27.11.2025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07820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27.11.2025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4658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27.11.2025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91047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27.11.2025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16224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27.11.2025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2292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27.11.2025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755459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27.11.2025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915572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27.11.2025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010246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27.11.2025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19936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27.11.2025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68705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BD0344-24DE-4239-93C2-9711F58E309D}" type="datetimeFigureOut">
              <a:rPr lang="ru-RU" smtClean="0"/>
              <a:t>27.11.2025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18B66F-36BF-4916-BE29-352126E5F7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6633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793297" y="124836"/>
            <a:ext cx="8791575" cy="772939"/>
          </a:xfrm>
        </p:spPr>
        <p:txBody>
          <a:bodyPr>
            <a:normAutofit/>
          </a:bodyPr>
          <a:lstStyle/>
          <a:p>
            <a:pPr algn="ctr"/>
            <a:r>
              <a:rPr lang="ru-RU" sz="2800" dirty="0" smtClean="0">
                <a:solidFill>
                  <a:schemeClr val="tx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Фан-сайт РПЛ</a:t>
            </a:r>
            <a:endParaRPr lang="ru-RU" sz="3200" dirty="0">
              <a:solidFill>
                <a:schemeClr val="tx1">
                  <a:lumMod val="6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Скругленный прямоугольник 12"/>
          <p:cNvSpPr/>
          <p:nvPr/>
        </p:nvSpPr>
        <p:spPr>
          <a:xfrm>
            <a:off x="1793297" y="2501660"/>
            <a:ext cx="3096883" cy="1811547"/>
          </a:xfrm>
          <a:prstGeom prst="roundRect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2857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Скругленный прямоугольник 13"/>
          <p:cNvSpPr/>
          <p:nvPr/>
        </p:nvSpPr>
        <p:spPr>
          <a:xfrm>
            <a:off x="7487989" y="2501659"/>
            <a:ext cx="3096883" cy="1811547"/>
          </a:xfrm>
          <a:prstGeom prst="roundRect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2857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Box 14"/>
          <p:cNvSpPr txBox="1"/>
          <p:nvPr/>
        </p:nvSpPr>
        <p:spPr>
          <a:xfrm>
            <a:off x="2177801" y="2791878"/>
            <a:ext cx="2674189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</a:t>
            </a:r>
          </a:p>
          <a:p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Лукичев Евгений Сергеевич</a:t>
            </a:r>
          </a:p>
          <a:p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750458" y="2501659"/>
            <a:ext cx="2725947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Участники:</a:t>
            </a:r>
          </a:p>
          <a:p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Налимова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Светлана Алексеевна</a:t>
            </a:r>
          </a:p>
          <a:p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Гиниатуллин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Данияр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Рамильевич</a:t>
            </a:r>
            <a:endParaRPr lang="ru-RU" sz="2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90302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Скругленный прямоугольник 6"/>
          <p:cNvSpPr/>
          <p:nvPr/>
        </p:nvSpPr>
        <p:spPr>
          <a:xfrm>
            <a:off x="550506" y="1651519"/>
            <a:ext cx="3838964" cy="3816220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33" y="434843"/>
            <a:ext cx="3932237" cy="500332"/>
          </a:xfrm>
        </p:spPr>
        <p:txBody>
          <a:bodyPr>
            <a:normAutofit/>
          </a:bodyPr>
          <a:lstStyle/>
          <a:p>
            <a:pPr algn="ctr"/>
            <a:r>
              <a:rPr lang="ru-RU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Цели: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550506" y="1651519"/>
            <a:ext cx="3838964" cy="3610946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Данный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сайт создан в первую очередь для завлечения пользователей в Российский футбол для того, чтобы поддержать наши команды.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Так же здесь фанаты могут прокачать или проверить свои знания о командах РПЛ, могут посмотреть турнирную таблицу, узнать результаты матчей и подробнее узнать о своих любимых клубах.</a:t>
            </a:r>
          </a:p>
          <a:p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2775" y="1651519"/>
            <a:ext cx="5771567" cy="4273420"/>
          </a:xfrm>
          <a:prstGeom prst="rect">
            <a:avLst/>
          </a:prstGeom>
          <a:noFill/>
          <a:effectLst/>
        </p:spPr>
      </p:pic>
    </p:spTree>
    <p:extLst>
      <p:ext uri="{BB962C8B-B14F-4D97-AF65-F5344CB8AC3E}">
        <p14:creationId xmlns:p14="http://schemas.microsoft.com/office/powerpoint/2010/main" val="25013213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670181" y="149290"/>
            <a:ext cx="4902654" cy="832538"/>
          </a:xfrm>
        </p:spPr>
        <p:txBody>
          <a:bodyPr>
            <a:normAutofit fontScale="90000"/>
          </a:bodyPr>
          <a:lstStyle/>
          <a:p>
            <a:pPr algn="ctr"/>
            <a:r>
              <a:rPr lang="ru-RU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Какие технологии были использованы?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671837" y="1754156"/>
            <a:ext cx="3932237" cy="4273420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Flask 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– главный компонент всего сайта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SQLAlchemy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– подключение к используемым базам данных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Flask_migrate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– для передачи изменений базе данных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API –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чтобы брать информацию с других сайтов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Werkzueg.security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– для хеширования паролей и безопасности пользователей</a:t>
            </a:r>
          </a:p>
          <a:p>
            <a:endParaRPr lang="ru-RU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4074" y="1071084"/>
            <a:ext cx="5920857" cy="2819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22440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</TotalTime>
  <Words>108</Words>
  <Application>Microsoft Office PowerPoint</Application>
  <PresentationFormat>Широкоэкранный</PresentationFormat>
  <Paragraphs>15</Paragraphs>
  <Slides>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Times New Roman</vt:lpstr>
      <vt:lpstr>Тема Office</vt:lpstr>
      <vt:lpstr>Фан-сайт РПЛ</vt:lpstr>
      <vt:lpstr>Цели:</vt:lpstr>
      <vt:lpstr>Какие технологии были использованы?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Фан-сайт РПЛ</dc:title>
  <dc:creator>student</dc:creator>
  <cp:lastModifiedBy>student</cp:lastModifiedBy>
  <cp:revision>8</cp:revision>
  <dcterms:created xsi:type="dcterms:W3CDTF">2025-11-27T11:16:13Z</dcterms:created>
  <dcterms:modified xsi:type="dcterms:W3CDTF">2025-11-27T12:30:18Z</dcterms:modified>
</cp:coreProperties>
</file>